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Jain_Aryan_PennScience_Figure_1_FINAL_SUB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11548872" cy="5897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24535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Figure 1. Overall out-of-sample benchmark performance across the five detection methods.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Jain_Aryan_PennScience_Figure_2_FINAL_SUB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11548872" cy="5897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24535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Figure 2. Per-class anomaly detection recall across the nine predefined failure modes.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